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nrop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22" Type="http://schemas.openxmlformats.org/officeDocument/2006/relationships/font" Target="fonts/Manrope-regular.fntdata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anrop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aaf012838_2_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baaf012838_2_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aaf01283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baaf01283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aaf012838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baaf012838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af012838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aaf012838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aaf012838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baaf012838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aaf012838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aaf012838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af012838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aaf012838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af012838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aaf012838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aaf012838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baaf012838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aaf012838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baaf012838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af012838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aaf01283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6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Problem Overview</a:t>
            </a:r>
            <a:endParaRPr b="1"/>
          </a:p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55975" y="1331275"/>
            <a:ext cx="3719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/>
              <a:t>Student Name</a:t>
            </a:r>
            <a:r>
              <a:rPr lang="en" sz="2000"/>
              <a:t> : Bhagirath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/>
              <a:t>Student Code </a:t>
            </a:r>
            <a:r>
              <a:rPr lang="en" sz="2000"/>
              <a:t>: iitrpr_ai_25010857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/>
              <a:t>Email </a:t>
            </a:r>
            <a:r>
              <a:rPr lang="en" sz="2000"/>
              <a:t>: bhagirathsaini13@gmail.com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/>
              <a:t>Project Track</a:t>
            </a:r>
            <a:r>
              <a:rPr lang="en" sz="2000"/>
              <a:t> : AI for Market Trend Analysis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69" name="Google Shape;69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lide presentation using  and requirement is Slides should include: ○ Problem overview ○ System design ○ Demo snapshots ○ Results ○ Key learnings ○ LLM evaluation (if applicable)" id="84" name="Google Shape;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5" y="420927"/>
            <a:ext cx="8676450" cy="49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874775" y="14527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5" y="843150"/>
            <a:ext cx="8703975" cy="45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54" y="530855"/>
            <a:ext cx="8626500" cy="48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725" y="399725"/>
            <a:ext cx="8698821" cy="39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4575"/>
            <a:ext cx="9628950" cy="50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5" name="Google Shape;1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/>
        </p:nvSpPr>
        <p:spPr>
          <a:xfrm>
            <a:off x="475500" y="128125"/>
            <a:ext cx="42591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Key learnings</a:t>
            </a:r>
            <a:endParaRPr b="1" i="0" sz="3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408658" y="880072"/>
            <a:ext cx="8119200" cy="4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Technical Learnings:  I have learned building predicting models, using multiple techniques. Now i can understand better all these ML model ( liner, logistics, polynomial, random forest, XGboost, Transformer)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System &amp; Design Learnings: Architecture, scalability, or workflow insights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have understood , doing data preprocessing and finding good feature, encoded only selected categorical columns instead of all, and derive new feature as past 7 day sales, rolling sales sum is very important and they can impact model accuracy too much.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Challenges Faced: Key difficulties and how you resolved them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on maximizing R2 score to match actual units sold was tough. Finding related feature, then using One hot vector encoding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Future Improvements: Enhancements or next steps if extended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Want to use PCA after OHE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